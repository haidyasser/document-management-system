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Singly Linked List in C++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Traversal, Insertion, Deletion, Search, and Update</a:t>
            </a:r>
          </a:p>
          <a:p>
            <a:r>
              <a:t>By Haidy Yasser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Linked Lists?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Arrays have fixed size and contiguous memory.</a:t>
            </a:r>
          </a:p>
          <a:p>
            <a:r>
              <a:t>• Linked lists are dynamic, can grow/shrink easily.</a:t>
            </a:r>
          </a:p>
          <a:p>
            <a:r>
              <a:t>• Insertion and deletion are faster (no shifting elements).</a:t>
            </a:r>
          </a:p>
          <a:p/>
          <a:p>
            <a:r>
              <a:t>Example Illustration: Array vs Linked 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of a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node has two parts: data and pointer to the next node.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>
                <a:solidFill>
                  <a:srgbClr val="000080"/>
                </a:solidFill>
                <a:latin typeface="Consolas"/>
              </a:rPr>
              <a:t>struct Node {
    int data;
    Node* next;
};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start from head and visit each node until nullptr.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>
                <a:solidFill>
                  <a:srgbClr val="000080"/>
                </a:solidFill>
                <a:latin typeface="Consolas"/>
              </a:rPr>
              <a:t>void traverse(Node* head) {
    Node* temp = head;
    while (temp != nullptr) {
        cout &lt;&lt; temp-&gt;data &lt;&lt; " ";
        temp = temp-&gt;next;
    }
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Insertion: At Beginning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new node before head and make it the new head.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>
                <a:solidFill>
                  <a:srgbClr val="000080"/>
                </a:solidFill>
                <a:latin typeface="Consolas"/>
              </a:rPr>
              <a:t>void insertAtBeginning(Node*&amp; head, int value) {
    Node* newNode = new Node{value, head};
    head = newNode;
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Insertion: At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Traverse to the last node and attach new node at the 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>
                <a:solidFill>
                  <a:srgbClr val="000080"/>
                </a:solidFill>
                <a:latin typeface="Consolas"/>
              </a:rPr>
              <a:t>void insertAtEnd(Node*&amp; head, int value) {
    Node* newNode = new Node{value, nullptr};
    if (head == nullptr) { head = newNode; return; }
    Node* temp = head;
    while (temp-&gt;next != nullptr) temp = temp-&gt;next;
    temp-&gt;next = newNode;
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Insertion: At Specific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after traversing to the correct position. Validate input before inserting.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>
                <a:solidFill>
                  <a:srgbClr val="000080"/>
                </a:solidFill>
                <a:latin typeface="Consolas"/>
              </a:rPr>
              <a:t>void insertAtPosition(Node*&amp; head, int value, int pos) {
    if (pos == 0) { insertAtBeginning(head, value); return; }
    Node* temp = head;
    for (int i = 0; temp != nullptr &amp;&amp; i &lt; pos - 1; i++) temp = temp-&gt;next;
    if (temp == nullptr) { cout &lt;&lt; "Invalid position\n"; return; }
    Node* newNode = new Node{value, temp-&gt;next};
    temp-&gt;next = newNode;
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Deletion: First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Move head to next and delete old first node.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>
                <a:solidFill>
                  <a:srgbClr val="000080"/>
                </a:solidFill>
                <a:latin typeface="Consolas"/>
              </a:rPr>
              <a:t>void deleteFirst(Node*&amp; head) {
    if (head == nullptr) return;
    Node* temp = head;
    head = head-&gt;next;
    delete temp;
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Deletion: At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 node before the one to delete, update its next pointer.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>
                <a:solidFill>
                  <a:srgbClr val="000080"/>
                </a:solidFill>
                <a:latin typeface="Consolas"/>
              </a:rPr>
              <a:t>void deleteAtPosition(Node*&amp; head, int pos) {
    if (head == nullptr) return;
    if (pos == 0) { deleteFirst(head); return; }
    Node* temp = head;
    for (int i = 0; temp-&gt;next != nullptr &amp;&amp; i &lt; pos - 1; i++) temp = temp-&gt;next;
    if (temp-&gt;next == nullptr) return;
    Node* toDelete = temp-&gt;next;
    temp-&gt;next = toDelete-&gt;next;
    delete toDelete;
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Deletion: Empty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Always check if head == nullptr before deleting.</a:t>
            </a:r>
          </a:p>
          <a:p>
            <a:r>
              <a:t>Prevents runtime errors.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each node's value sequentially until found.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>
                <a:solidFill>
                  <a:srgbClr val="000080"/>
                </a:solidFill>
                <a:latin typeface="Consolas"/>
              </a:rPr>
              <a:t>int search(Node* head, int value) {
    int pos = 0;
    while (head != nullptr) {
        if (head-&gt;data == value) return pos;
        head = head-&gt;next;
        pos++;
    }
    return -1;
} // O(n)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Change the value of node at a specific position.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>
                <a:solidFill>
                  <a:srgbClr val="000080"/>
                </a:solidFill>
                <a:latin typeface="Consolas"/>
              </a:rPr>
              <a:t>void update(Node* head, int pos, int newValue) {
    int index = 0;
    while (head != nullptr &amp;&amp; index &lt; pos) {
        head = head-&gt;next;
        index++;
    }
    if (head == nullptr) return;
    head-&gt;data = newValue;
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 | Time Complexity | Description</a:t>
            </a:r>
          </a:p>
          <a:p>
            <a:r>
              <a:t>Traversal | O(n) | Visit all nodes</a:t>
            </a:r>
          </a:p>
          <a:p>
            <a:r>
              <a:t>Insert Beginning | O(1) | Add new head</a:t>
            </a:r>
          </a:p>
          <a:p>
            <a:r>
              <a:t>Insert End | O(n) | Traverse to end</a:t>
            </a:r>
          </a:p>
          <a:p>
            <a:r>
              <a:t>Delete Beginning | O(1) | Remove head</a:t>
            </a:r>
          </a:p>
          <a:p>
            <a:r>
              <a:t>Delete Position | O(n) | Find and unlink node</a:t>
            </a:r>
          </a:p>
          <a:p>
            <a:r>
              <a:t>Search | O(n) | Compare each node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Animated example showing pointer movement during insertion and deletion.</a:t>
            </a:r>
          </a:p>
          <a:p>
            <a:r>
              <a:t>(Use visualgo.net or custom animation in PowerPoint).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Think about:</a:t>
            </a:r>
          </a:p>
          <a:p>
            <a:r>
              <a:t>• What if we insert beyond length?</a:t>
            </a:r>
          </a:p>
          <a:p>
            <a:r>
              <a:t>• Delete from empty list?</a:t>
            </a:r>
          </a:p>
          <a:p>
            <a:r>
              <a:t>• Update node 0 when list is empty?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